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0691813" cy="15117763"/>
  <p:notesSz cx="7099300" cy="10234613"/>
  <p:embeddedFontLst>
    <p:embeddedFont>
      <p:font typeface="Times" panose="02020603050405020304" pitchFamily="18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9312">
          <p15:clr>
            <a:srgbClr val="000000"/>
          </p15:clr>
        </p15:guide>
        <p15:guide id="2" orient="horz" pos="232">
          <p15:clr>
            <a:srgbClr val="000000"/>
          </p15:clr>
        </p15:guide>
        <p15:guide id="3" orient="horz" pos="8880">
          <p15:clr>
            <a:srgbClr val="000000"/>
          </p15:clr>
        </p15:guide>
        <p15:guide id="4" pos="3366">
          <p15:clr>
            <a:srgbClr val="000000"/>
          </p15:clr>
        </p15:guide>
        <p15:guide id="5" pos="240">
          <p15:clr>
            <a:srgbClr val="000000"/>
          </p15:clr>
        </p15:guide>
        <p15:guide id="6" pos="6506">
          <p15:clr>
            <a:srgbClr val="000000"/>
          </p15:clr>
        </p15:guide>
        <p15:guide id="7" pos="3186">
          <p15:clr>
            <a:srgbClr val="000000"/>
          </p15:clr>
        </p15:guide>
        <p15:guide id="8" pos="3552">
          <p15:clr>
            <a:srgbClr val="000000"/>
          </p15:clr>
        </p15:guide>
        <p15:guide id="9" pos="6318">
          <p15:clr>
            <a:srgbClr val="000000"/>
          </p15:clr>
        </p15:guide>
        <p15:guide id="10" pos="414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000000"/>
          </p15:clr>
        </p15:guide>
        <p15:guide id="2" pos="2236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2141" y="29"/>
      </p:cViewPr>
      <p:guideLst>
        <p:guide orient="horz" pos="9312"/>
        <p:guide orient="horz" pos="232"/>
        <p:guide orient="horz" pos="8880"/>
        <p:guide pos="3366"/>
        <p:guide pos="240"/>
        <p:guide pos="6506"/>
        <p:guide pos="3186"/>
        <p:guide pos="3552"/>
        <p:guide pos="6318"/>
        <p:guide pos="41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86100" cy="51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375" tIns="30675" rIns="61375" bIns="306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97325" y="0"/>
            <a:ext cx="3086100" cy="51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375" tIns="30675" rIns="61375" bIns="306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192337" y="773112"/>
            <a:ext cx="2700337" cy="3817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848225"/>
            <a:ext cx="5210175" cy="4643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375" tIns="30675" rIns="61375" bIns="3067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698037"/>
            <a:ext cx="3086100" cy="51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375" tIns="30675" rIns="61375" bIns="3067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97325" y="9698037"/>
            <a:ext cx="3086100" cy="51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375" tIns="30675" rIns="61375" bIns="306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Times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2095500" y="10582275"/>
            <a:ext cx="6415088" cy="1249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>
            <a:spLocks noGrp="1"/>
          </p:cNvSpPr>
          <p:nvPr>
            <p:ph type="pic" idx="2"/>
          </p:nvPr>
        </p:nvSpPr>
        <p:spPr>
          <a:xfrm>
            <a:off x="2095500" y="1350963"/>
            <a:ext cx="6415088" cy="9070975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5"/>
          <p:cNvSpPr txBox="1">
            <a:spLocks noGrp="1"/>
          </p:cNvSpPr>
          <p:nvPr>
            <p:ph type="body" idx="1"/>
          </p:nvPr>
        </p:nvSpPr>
        <p:spPr>
          <a:xfrm>
            <a:off x="2095500" y="11831638"/>
            <a:ext cx="6415088" cy="17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6"/>
          <p:cNvSpPr txBox="1">
            <a:spLocks noGrp="1"/>
          </p:cNvSpPr>
          <p:nvPr>
            <p:ph type="title"/>
          </p:nvPr>
        </p:nvSpPr>
        <p:spPr>
          <a:xfrm>
            <a:off x="534988" y="601663"/>
            <a:ext cx="3517900" cy="2562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body" idx="1"/>
          </p:nvPr>
        </p:nvSpPr>
        <p:spPr>
          <a:xfrm>
            <a:off x="4179888" y="601663"/>
            <a:ext cx="5976937" cy="129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sz="2000"/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body" idx="2"/>
          </p:nvPr>
        </p:nvSpPr>
        <p:spPr>
          <a:xfrm>
            <a:off x="534988" y="3163888"/>
            <a:ext cx="3517900" cy="1034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sz="900"/>
            </a:lvl9pPr>
          </a:lstStyle>
          <a:p>
            <a:endParaRPr/>
          </a:p>
        </p:txBody>
      </p:sp>
      <p:sp>
        <p:nvSpPr>
          <p:cNvPr id="54" name="Google Shape;54;p6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801687" y="1346200"/>
            <a:ext cx="9088437" cy="2517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534988" y="604838"/>
            <a:ext cx="9621837" cy="2520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1"/>
          </p:nvPr>
        </p:nvSpPr>
        <p:spPr>
          <a:xfrm>
            <a:off x="534988" y="3384550"/>
            <a:ext cx="4724400" cy="14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2"/>
          </p:nvPr>
        </p:nvSpPr>
        <p:spPr>
          <a:xfrm>
            <a:off x="534988" y="4794250"/>
            <a:ext cx="4724400" cy="8710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3"/>
          </p:nvPr>
        </p:nvSpPr>
        <p:spPr>
          <a:xfrm>
            <a:off x="5430838" y="3384550"/>
            <a:ext cx="4725987" cy="14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 b="1"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body" idx="4"/>
          </p:nvPr>
        </p:nvSpPr>
        <p:spPr>
          <a:xfrm>
            <a:off x="5430838" y="4794250"/>
            <a:ext cx="4725987" cy="8710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sz="1600"/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"/>
          <p:cNvSpPr txBox="1">
            <a:spLocks noGrp="1"/>
          </p:cNvSpPr>
          <p:nvPr>
            <p:ph type="title"/>
          </p:nvPr>
        </p:nvSpPr>
        <p:spPr>
          <a:xfrm>
            <a:off x="801687" y="1346200"/>
            <a:ext cx="9088437" cy="2517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body" idx="1"/>
          </p:nvPr>
        </p:nvSpPr>
        <p:spPr>
          <a:xfrm>
            <a:off x="798513" y="4343400"/>
            <a:ext cx="4467225" cy="907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 txBox="1">
            <a:spLocks noGrp="1"/>
          </p:cNvSpPr>
          <p:nvPr>
            <p:ph type="body" idx="2"/>
          </p:nvPr>
        </p:nvSpPr>
        <p:spPr>
          <a:xfrm>
            <a:off x="5418138" y="4343400"/>
            <a:ext cx="4468812" cy="907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sz="1800"/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844550" y="9713913"/>
            <a:ext cx="9088438" cy="300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body" idx="1"/>
          </p:nvPr>
        </p:nvSpPr>
        <p:spPr>
          <a:xfrm>
            <a:off x="844550" y="6407150"/>
            <a:ext cx="9088438" cy="330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sz="20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sz="18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sz="16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sz="14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2"/>
          <p:cNvSpPr txBox="1">
            <a:spLocks noGrp="1"/>
          </p:cNvSpPr>
          <p:nvPr>
            <p:ph type="title"/>
          </p:nvPr>
        </p:nvSpPr>
        <p:spPr>
          <a:xfrm>
            <a:off x="801687" y="1346200"/>
            <a:ext cx="9088437" cy="2517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body" idx="1"/>
          </p:nvPr>
        </p:nvSpPr>
        <p:spPr>
          <a:xfrm>
            <a:off x="798512" y="4343400"/>
            <a:ext cx="9088437" cy="907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/>
        </p:nvSpPr>
        <p:spPr>
          <a:xfrm>
            <a:off x="360362" y="4019550"/>
            <a:ext cx="9967912" cy="10077450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grpSp>
        <p:nvGrpSpPr>
          <p:cNvPr id="11" name="Google Shape;11;p1"/>
          <p:cNvGrpSpPr/>
          <p:nvPr/>
        </p:nvGrpSpPr>
        <p:grpSpPr>
          <a:xfrm>
            <a:off x="358775" y="368300"/>
            <a:ext cx="9969500" cy="2044700"/>
            <a:chOff x="226" y="232"/>
            <a:chExt cx="6280" cy="1288"/>
          </a:xfrm>
        </p:grpSpPr>
        <p:sp>
          <p:nvSpPr>
            <p:cNvPr id="12" name="Google Shape;12;p1"/>
            <p:cNvSpPr txBox="1"/>
            <p:nvPr/>
          </p:nvSpPr>
          <p:spPr>
            <a:xfrm>
              <a:off x="271" y="273"/>
              <a:ext cx="6189" cy="1247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pic>
          <p:nvPicPr>
            <p:cNvPr id="13" name="Google Shape;13;p1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226" y="232"/>
              <a:ext cx="6280" cy="12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" name="Google Shape;14;p1"/>
          <p:cNvSpPr txBox="1"/>
          <p:nvPr/>
        </p:nvSpPr>
        <p:spPr>
          <a:xfrm>
            <a:off x="360362" y="14243050"/>
            <a:ext cx="9967912" cy="539750"/>
          </a:xfrm>
          <a:prstGeom prst="rect">
            <a:avLst/>
          </a:prstGeom>
          <a:solidFill>
            <a:srgbClr val="2EAE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pic>
        <p:nvPicPr>
          <p:cNvPr id="15" name="Google Shape;15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7225" y="14355762"/>
            <a:ext cx="525462" cy="347662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"/>
          <p:cNvSpPr/>
          <p:nvPr/>
        </p:nvSpPr>
        <p:spPr>
          <a:xfrm>
            <a:off x="5629275" y="2936875"/>
            <a:ext cx="4408487" cy="1979612"/>
          </a:xfrm>
          <a:prstGeom prst="roundRect">
            <a:avLst>
              <a:gd name="adj" fmla="val 16667"/>
            </a:avLst>
          </a:prstGeom>
          <a:solidFill>
            <a:srgbClr val="D1F3F3"/>
          </a:solidFill>
          <a:ln w="19050" cap="flat" cmpd="sng">
            <a:solidFill>
              <a:srgbClr val="0073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932612" y="2651125"/>
            <a:ext cx="1800225" cy="4318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0073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57225" y="2936875"/>
            <a:ext cx="4408487" cy="1979612"/>
          </a:xfrm>
          <a:prstGeom prst="roundRect">
            <a:avLst>
              <a:gd name="adj" fmla="val 16667"/>
            </a:avLst>
          </a:prstGeom>
          <a:solidFill>
            <a:srgbClr val="D1F3F3"/>
          </a:solidFill>
          <a:ln w="19050" cap="flat" cmpd="sng">
            <a:solidFill>
              <a:srgbClr val="0073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960562" y="2651125"/>
            <a:ext cx="1800225" cy="4318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0073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20" name="Google Shape;20;p1"/>
          <p:cNvSpPr txBox="1">
            <a:spLocks noGrp="1"/>
          </p:cNvSpPr>
          <p:nvPr>
            <p:ph type="title"/>
          </p:nvPr>
        </p:nvSpPr>
        <p:spPr>
          <a:xfrm>
            <a:off x="801687" y="1346200"/>
            <a:ext cx="9088437" cy="2517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71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21" name="Google Shape;21;p1"/>
          <p:cNvSpPr txBox="1">
            <a:spLocks noGrp="1"/>
          </p:cNvSpPr>
          <p:nvPr>
            <p:ph type="body" idx="1"/>
          </p:nvPr>
        </p:nvSpPr>
        <p:spPr>
          <a:xfrm>
            <a:off x="798512" y="4343400"/>
            <a:ext cx="9088437" cy="907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457200" marR="0" lvl="0" indent="-558800" algn="l" rtl="0">
              <a:spcBef>
                <a:spcPts val="104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Times"/>
              <a:buChar char="•"/>
              <a:defRPr sz="5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914400" marR="0" lvl="1" indent="-5143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Times"/>
              <a:buChar char="–"/>
              <a:defRPr sz="45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1371600" marR="0" lvl="2" indent="-476250" algn="l" rtl="0">
              <a:spcBef>
                <a:spcPts val="780"/>
              </a:spcBef>
              <a:spcAft>
                <a:spcPts val="0"/>
              </a:spcAft>
              <a:buClr>
                <a:schemeClr val="dk1"/>
              </a:buClr>
              <a:buSzPts val="3900"/>
              <a:buFont typeface="Times"/>
              <a:buChar char="•"/>
              <a:defRPr sz="39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1828800" marR="0" lvl="3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–"/>
              <a:defRPr sz="3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2286000" marR="0" lvl="4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»"/>
              <a:defRPr sz="3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2743200" marR="0" lvl="5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»"/>
              <a:defRPr sz="3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3200400" marR="0" lvl="6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»"/>
              <a:defRPr sz="3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3657600" marR="0" lvl="7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»"/>
              <a:defRPr sz="3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4114800" marR="0" lvl="8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"/>
              <a:buChar char="»"/>
              <a:defRPr sz="32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22" name="Google Shape;22;p1"/>
          <p:cNvSpPr txBox="1">
            <a:spLocks noGrp="1"/>
          </p:cNvSpPr>
          <p:nvPr>
            <p:ph type="dt" idx="10"/>
          </p:nvPr>
        </p:nvSpPr>
        <p:spPr>
          <a:xfrm>
            <a:off x="801687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23" name="Google Shape;23;p1"/>
          <p:cNvSpPr txBox="1">
            <a:spLocks noGrp="1"/>
          </p:cNvSpPr>
          <p:nvPr>
            <p:ph type="ftr" idx="11"/>
          </p:nvPr>
        </p:nvSpPr>
        <p:spPr>
          <a:xfrm>
            <a:off x="3651250" y="13771562"/>
            <a:ext cx="3389312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24" name="Google Shape;24;p1"/>
          <p:cNvSpPr txBox="1">
            <a:spLocks noGrp="1"/>
          </p:cNvSpPr>
          <p:nvPr>
            <p:ph type="sldNum" idx="12"/>
          </p:nvPr>
        </p:nvSpPr>
        <p:spPr>
          <a:xfrm>
            <a:off x="7661275" y="13771562"/>
            <a:ext cx="2228850" cy="10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7425" tIns="73700" rIns="147425" bIns="73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"/>
              <a:buNone/>
              <a:defRPr sz="2300" b="0" i="0" u="non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85F3D5-2BED-F343-E12C-1DAE8A0DF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7"/>
            <a:ext cx="10691813" cy="1511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944827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1338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Times</vt:lpstr>
      <vt:lpstr>Arial</vt:lpstr>
      <vt:lpstr>新しいプレゼンテーション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Nam Đinh</cp:lastModifiedBy>
  <cp:revision>3</cp:revision>
  <dcterms:modified xsi:type="dcterms:W3CDTF">2026-01-19T12:21:09Z</dcterms:modified>
</cp:coreProperties>
</file>