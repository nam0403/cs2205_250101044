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d8a3913ea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d8a3913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d8a3913ea_0_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d8a3913e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5fe14d3b49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5fe14d3b4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d8a3913ea_0_1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d8a3913e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d8a3913ea_0_1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d8a3913e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d8a3913ea_0_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0d8a3913e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0d8a3913ea_0_1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0d8a3913e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0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R01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01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 rot="10800000">
            <a:off x="0" y="728400"/>
            <a:ext cx="9144000" cy="408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711888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 sz="2200">
                <a:solidFill>
                  <a:srgbClr val="000000"/>
                </a:solidFill>
              </a:defRPr>
            </a:lvl1pPr>
            <a:lvl2pPr indent="-3556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  <a:defRPr sz="2000">
                <a:solidFill>
                  <a:srgbClr val="000000"/>
                </a:solidFill>
              </a:defRPr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23550" y="4813799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471900" y="4803525"/>
            <a:ext cx="8133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UIT.CS2205.ResearchMethodology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57150" y="41634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460950" y="10199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TÊN ĐỀ TÀI - IN HOA</a:t>
            </a:r>
            <a:endParaRPr b="1"/>
          </a:p>
        </p:txBody>
      </p:sp>
      <p:sp>
        <p:nvSpPr>
          <p:cNvPr id="67" name="Google Shape;67;p13"/>
          <p:cNvSpPr txBox="1"/>
          <p:nvPr>
            <p:ph type="title"/>
          </p:nvPr>
        </p:nvSpPr>
        <p:spPr>
          <a:xfrm>
            <a:off x="2675050" y="2262538"/>
            <a:ext cx="39318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Nguyễn Văn A - 16xxx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Trần Văn B - 16xxx</a:t>
            </a:r>
            <a:r>
              <a:rPr b="1" lang="en"/>
              <a:t> 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Tóm tắt 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Lớp: CS2205.xxx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Link Github của nhóm: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Link YouTube video: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Ảnh + Họ và Tên của các thành viên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Tổng số slides không vượt quá 10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Giới thiệu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ABC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Mục tiêu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ABC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Nội dung và Phương pháp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ABC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Kết quả dự kiến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ABC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Tài liệu tham khảo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ABC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 - R01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